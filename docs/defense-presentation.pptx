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457200"/>
            <a:ext cx="2011680" cy="20116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ДИПЛОМЫН АЖИЛ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Production-Ready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E-Learning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E-Learning платформ — Course Management, Progress Tracking, Assessment, Certificate Generation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7772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Бие даалтын ажил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Танилцуулга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5727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Асуудлын тодорхойлолт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Яагаад энэ систем хэрэгтэй?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1671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Системийн архитектур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3774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+ Modular Monolith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7614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Үндсэн боломжууд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9718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Quiz, Certificate, Analytics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3558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Технологи, хэрэгсэл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5661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15, Prisma, PostgreSQL, Stripe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9502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үр дүн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1605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Ажилласан системийн харуулалт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Асуудлын тодорхойлолт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Яагаад SaaS E-Learning систем вэ?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Боловсролын хүртээмж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Орон нутгийн болон зайны сургалтын шаардлага өсөж байгаа ч, Монголд цогц SaaS платформ хомс.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Байгууллагын сургалт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063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Компаниудад ажилтнаа сургах, дотоод training material удирдах зориулалттай систем дутагдалтай.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Хяналт, аналитик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Оюутны ахиц, багшийн гүйцэтгэл, курсийн үр ашгийг хэмжих хэрэгсэл байхгүй.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Шийдэл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Бүрэн SaaS платформ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нэг шийдэлд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(4 эрх)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Stripe-той төлбөрийн систем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21208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QR-тэй автомат сертификат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Архитектур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Architecture — 4 давхрага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 · Routes · Forms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1600" y="2212848"/>
            <a:ext cx="6400800" cy="548640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212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2212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 · Use cases · Business 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761488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71600" y="2871216"/>
            <a:ext cx="640080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8712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8712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 · Business rules · Entities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419856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1600" y="3529584"/>
            <a:ext cx="640080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5295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35295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· Stripe · BullMQ · Redis · Storage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direction: Presentation → Application → Domain → Infrastructure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Өгөгдлийн сан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model, 9 enum, PostgreSQL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19659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691640"/>
            <a:ext cx="196596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196596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1691640"/>
            <a:ext cx="19659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9659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2194560"/>
            <a:ext cx="19659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19659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2194560"/>
            <a:ext cx="1965960" cy="4114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697480"/>
            <a:ext cx="1965960" cy="4114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QuizAttempt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2697480"/>
            <a:ext cx="19659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697480"/>
            <a:ext cx="196596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12280" y="2697480"/>
            <a:ext cx="196596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1965960" cy="41148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1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14600" y="3200400"/>
            <a:ext cx="19659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200400"/>
            <a:ext cx="19659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3200400"/>
            <a:ext cx="1965960" cy="411480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280160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Моделууд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6032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383280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төрөл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486400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Харилцаа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589520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scale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Үндсэн боломжууд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Системийн 14 дэд-модуль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Google OAuth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64592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64592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эрх, route policy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64592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editor, publish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64592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64592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Text, PDF, Quiz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441448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41448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2807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paid + invite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2441448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441448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2807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Ахиц, resume learning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441448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441448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2807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type, auto grading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2441448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441448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2807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QR-тэй verification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236976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236976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3602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plan, Stripe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0" y="3236976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0" y="3236976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8892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88920" y="3602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webhooks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236976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236976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92040" y="3602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In-app, email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3236976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3236976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95160" y="3602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5-star, moderation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032504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4032504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4105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85800" y="4398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KPI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0" y="4032504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60320" y="4032504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88920" y="4105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88920" y="4398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User/Org management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Технологийн сонголт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Server Actions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v5 (JWT)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queue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storage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3246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246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unit 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ts-jest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coverage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Төслийн үзүүлэлт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Тоогоор илэрхийлсэн ажил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110+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3756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33756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03504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хэсэг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33756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Хэрэглэгчийн эрх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03504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хуудас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Хэрэглэгчийн аялал — Оюутан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17320" y="2514600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Бүртгүүлэх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Имэйл верификацтай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228600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2514600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745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хайх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search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228600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51960" y="2514600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2918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Бүртгүүлэх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эсвэл Stripe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66360" y="228600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2514600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70916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Суралцах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Видео, текст, дадлага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228600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86600" y="2514600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1264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Шалгалт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таймер, auto-grade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01000" y="228600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438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4380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QR-тэй автомат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Бүх алхамд responsive UI, real-time feedback, болон mobile-first design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Аюулгүй байдал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Олон давхарга хамгаалалт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Нууц үг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cost=12 hash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signed, httpOnly cookies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3 layer (middleware, action, API)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защита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auto-escape + DOMPurify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6060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319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защита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built-in token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6060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parameterized queries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9728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 sliding window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356616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93192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Size/type validation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356616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76656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6656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sensitive үйлдэл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Өргөтгөх боломж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965960" cy="20116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хэрэглэгч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737360"/>
            <a:ext cx="1965960" cy="20116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хэрэглэгч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1965960" cy="2011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хэрэглэгч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737360"/>
            <a:ext cx="1965960" cy="20116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хэрэглэгч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Өнөөгийн архитектур эдгээр бүх түвшинд scale хийх бэлтгэлтэй: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backend · DB read replica · Redis cache · CDN · Background workers · Microservices-ready modular boundaries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Юу хийгдсэн бэ?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Architecture, modular monolith, multi-tenant боломжтой бүтэц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Бүрэн боломжуудтай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807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course management, quiz, certificate, payment, analytics — бүгд дуусгасан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36976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369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Орчин үеийн stack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5570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15, TypeScript, Prisma, PostgreSQL, Redis, Stripe — industry standard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86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хийхэд бэлэн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3068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CI/CD, nginx тохиргоо, production environment config бүрэн бэлтгэсэн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Баярлалаа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Асуулт?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657600"/>
            <a:ext cx="18288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 SaaS Platform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Production-Ready SaaS E-Learning Platform</dc:title>
  <dc:subject>PptxGenJS Presentation</dc:subject>
  <dc:creator>ELearn SaaS Platform</dc:creator>
  <cp:lastModifiedBy>ELearn SaaS Platform</cp:lastModifiedBy>
  <cp:revision>1</cp:revision>
  <dcterms:created xsi:type="dcterms:W3CDTF">2026-04-17T10:13:51Z</dcterms:created>
  <dcterms:modified xsi:type="dcterms:W3CDTF">2026-04-17T10:13:51Z</dcterms:modified>
</cp:coreProperties>
</file>